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tengo que exportar datos a mano, armar el reporte en un Google Sheet, copiar los números de tres plataformas distintas y mandarlo por Slack cada lunes? Eso no es Growth. Eso es administración. Hoy construimos las tres herramientas que eliminan esa administración.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reporte semanal de Growth tiene un problema estructural: la persona que lo arma es la que menos tiempo tiene para armarlo. Típicamente el Chief de Growth o el Founder saca métricas de Meta, Google, CRM, email. 52 semanas al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herramientas. Las tres construidas con Claude Code. Las tres sin tocar código después de que Claude Code las genera.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equipos no puede responder en 30 segundos qué están testeando, cuál es la hipótesis, cuáles son los resultados y qué aprendieron. No porque no hagan experimentos — sino porque no los registran de forma sistemática.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vamos a construir no es solo la estructura del Sheet. Claude Code también va a generar las fórmulas, los colores condicionales y una hoja de resumen. Con un prompt. En cuatro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configuras una vez. Corre solo cada semana. El script lee las dos últimas filas del Sheet para calcular el delta. Solo necesitas cargar los números — no hacer el análisis.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la pregunta que me van a hacer: ¿no necesito un developer para conectar Slack? No. Slack tiene Incoming Webhooks — una URL que generates en 2 minutos desde la configuración de tu workspace. No hay autenticación compleja, no hay API keys en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no es saber programar — es saber qué datos entran, qué sale, y cuándo se ejecuta. Eso es lo que describes en el brief de automatización. Claude Code hace el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+ Google Sheets + Slack Webhooks. Sin Make, sin Zapier, sin n8n. Un script Python que corre con cron (Mac/Linux) o Task Scheduler (Windows).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está generando Claude Code son dos cosas al mismo tiempo: un Google Apps Script que crea la estructura del tracker con todos los encabezados y los formatos, y las instrucciones paso a paso para instalarlo. No tienes que entender el script. Solo tienes que copiarlo y pegarlo.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tres clases construiste lo que antes requería un developer y semanas de trabajo: una landing page publicada, un tracker de experimentos, un reporte automático y un sistema de alertas. Ninguno requiere que vuelvas a Claude Code para mantenerlos.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Terminamos el módulo. En tres clases construiste lo que antes requería un developer y semanas de trabajo: una landing page publicada, un tracker de experimentos, un reporte automático y un sistema de alertas. Eso es lo que significa tener un laboratorio de Growth sin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— CLAUDE CODE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 tu Growth: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reportes, alertas y trackers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tocar código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2926080" cy="10972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Clase 09 · 16 minutos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562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para Growth · Módulo 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costo oculto del reporte semanal manual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horas al año armando reportes que pueden automatizarse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5074920"/>
            <a:ext cx="8503920" cy="1280160"/>
          </a:xfrm>
          <a:prstGeom prst="rect">
            <a:avLst/>
          </a:prstGeom>
          <a:solidFill>
            <a:srgbClr val="EEFF89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51663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semanas × 3 horas promedio por reporte = 156 horas/año. Con Claude Code: un script de Python que corre cada lunes a las 8am y manda el resumen a Slack.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3 tipos de automatización de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3840480" cy="5943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Tracker de Experimentos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con 12 columnas estructuradas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Hipótesis, estado, métricas, aprendizajes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condicionales automáticos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resumen con tasas de éxito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tú agregas cada experimento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143000"/>
            <a:ext cx="3840480" cy="5943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 Semanal Auto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70248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270248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que lee tu Google Sheet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deltas semana a semana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resumen de texto con highlights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 Slack o email cada lunes 8am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— configuras una vez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14300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Alertas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302752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cuando una métrica cruza el umbral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inmediata en Slack con acción sugerida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ruido cuando todo está dentro del rango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JSON editable sin tocar código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— corre diariamente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Tracker de Experimentos: 12 columnas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cualquier miembro del equipo debe responder en 30 segundos: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28800"/>
            <a:ext cx="11430000" cy="804672"/>
          </a:xfrm>
          <a:prstGeom prst="rect">
            <a:avLst/>
          </a:prstGeom>
          <a:solidFill>
            <a:srgbClr val="EEFF8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019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Fecha de inicio · Fecha de fin estimada · Área del funnel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11430000" cy="804672"/>
          </a:xfrm>
          <a:prstGeom prst="rect">
            <a:avLst/>
          </a:prstGeom>
          <a:solidFill>
            <a:srgbClr val="FFF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432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163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experimento · Hipótesis en formato "Creemos que... resultará en... porque..."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3657600"/>
            <a:ext cx="11430000" cy="804672"/>
          </a:xfrm>
          <a:prstGeom prst="rect">
            <a:avLst/>
          </a:prstGeom>
          <a:solidFill>
            <a:srgbClr val="E8FF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576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307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 punto de contacto · Métrica primaria (la única que define ganó/perdió)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0"/>
            <a:ext cx="11430000" cy="804672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5720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6451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Target · Resultado actual → % mejora calculado automáticamente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5486400"/>
            <a:ext cx="11430000" cy="804672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54864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559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(En diseño/Activo/En análisis/Concluido) · Resultado final · Aprendizaje clave · Próximo experimento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Google Sheets y qué genera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Google Sheets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48640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accede sin instalar nada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estado, área o canal en segundos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Conectable con Google Data Studio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genera fórmulas perfectas en español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de filas para un tracker de experimentos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Compartible como link — no como adjunto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486400" cy="5486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Claude Code genera extra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486400" cy="47548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automáticas de % de mejora vs baseline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condicionales por estado y resultado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resumen con métricas agregadas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con tus áreas y canales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filas de ejemplo con datos ficticios realistas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instalación comentadas en el script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hace el script de reporte semanal automático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de Python de ~80 líneas que corre solo cada lunes a las 8am: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28800"/>
            <a:ext cx="11430000" cy="804672"/>
          </a:xfrm>
          <a:prstGeom prst="rect">
            <a:avLst/>
          </a:prstGeom>
          <a:solidFill>
            <a:srgbClr val="EEFF8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019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 los datos de tu Google Sheet donde tienes tus métricas semanales cargadas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11430000" cy="804672"/>
          </a:xfrm>
          <a:prstGeom prst="rect">
            <a:avLst/>
          </a:prstGeom>
          <a:solidFill>
            <a:srgbClr val="FFF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432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163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 el delta de cada métrica vs. la semana anterior (en número y porcentaje)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3657600"/>
            <a:ext cx="11430000" cy="804672"/>
          </a:xfrm>
          <a:prstGeom prst="rect">
            <a:avLst/>
          </a:prstGeom>
          <a:solidFill>
            <a:srgbClr val="E8FF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576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307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Clasifica cada métrica: SUBIÓ ✅ / BAJÓ 🔴 / NEUTRAL (variación &lt;1%)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0"/>
            <a:ext cx="11430000" cy="804672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5720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6451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 el resumen de texto con los highlights de la semana automáticamente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5486400"/>
            <a:ext cx="11430000" cy="804672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54864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559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Envía el reporte a Slack o email — si Slack falla, usa email como fallback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sistema de alertas: cómo conectar Slack sin API keys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07592"/>
            <a:ext cx="658368" cy="65836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289304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25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genera el script con un placeholder para la URL del webhook de Slack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658368" cy="6583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221992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585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 tu workspace de Slack → Apps → Incoming Webhooks → Add to Slack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72968"/>
            <a:ext cx="658368" cy="65836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72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1912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canal #alertas-growth → haz clic en "Add" → copia la URL del webhook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05656"/>
            <a:ext cx="658368" cy="658368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056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4087368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12394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la URL en el archivo .env donde el script indica → SLACK_WEBHOOK_URL_ALERTAS=...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5038344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50383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5020056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0566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con: python alertas_growth.py --test → verifica el output en consola antes de enviar a Slack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automatización no es para ingenieros — es para quien sabe qué automatizar.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automatización de Growth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de automatización de Growth (cero código)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3840480" cy="5943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Fuente de Datos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3840480" cy="4892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como fuente única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cargas los números (solo los números)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pestaña de métricas semanales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A: fecha de la semana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B+: una columna por métrica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0248" y="1143000"/>
            <a:ext cx="3840480" cy="5943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Generado por Claude 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70248" y="1737360"/>
            <a:ext cx="3840480" cy="4892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87452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de reporte semanal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de alertas diarias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del tracker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.env.example con variables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JSON editable para umbrales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2752" y="114300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Destino de Salida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02752" y="1737360"/>
            <a:ext cx="3840480" cy="4892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87452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reporte en #growth-weekly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alertas en #alertas-growth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como fallback automático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Sheets: tracker actualizado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diario para diagnóstico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2286000" cy="5029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EN VIVO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3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en vivo: Tracker de experimentos en Google Sheets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F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prompt a tracker instalado con colores, fórmulas y estructura — en menos de 5 minutos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108960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10896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el prompt del tracker en Claude Code → esperar que genere el Google Apps Script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13632"/>
            <a:ext cx="11430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13632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13632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959352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sheets.new → crear Sheet en blanco → Extensiones → Apps Script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718304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718304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18304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76402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código por defecto → pegar el script de Claude Code → Guardar → Ejecutar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5522976"/>
            <a:ext cx="11430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5522976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552297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5568696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permisos de Google (Revisar permisos → Avanzado → Permitir)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6327648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6327648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32764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6373368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al Sheet → el tracker está listo con todas las columnas, colores y fórmulas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antes y después del stack de Growth operacional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59436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ANTES: administración manual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5486400" cy="48006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datos de Meta, Google, CRM cada semana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números en Google Sheet manualmente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reporte en un doc → compartir por email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Enterarse de un problema cuando ya es grande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sin registro → aprendizajes perdidos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horas por semana de trabajo administrativo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486400" cy="5943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AHORA: Growth operado con 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486400" cy="4800600"/>
          </a:xfrm>
          <a:prstGeom prst="rect">
            <a:avLst/>
          </a:prstGeom>
          <a:solidFill>
            <a:srgbClr val="FFFEF0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solo cargas los números en el Sheet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se genera y se manda solo cada lunes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te avisan antes de que el problema escale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tracker registra cada experimento e hipótesis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acumulados → estrategia más inteligente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por semana de trabajo administrativo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474720"/>
            <a:ext cx="640080" cy="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automatización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reportes de Growth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solidFill>
            <a:srgbClr val="EEFF89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54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(3 herramientas en 1):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Tracker: prompt listo para Google Apps Script + instrucciones de instalación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Reporte semanal: script Python + .env.example + instrucciones de cron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Alertas: script Python + alertas_config.json + modo --test para verificar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TAREA: hazlos en orden — tracker primero, reporte, alertas. Cada uno tarda &lt;5 min de Claude Code + 5 min de tu configuración.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562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Módulo 03 · Módulo 04: Growth Estratégico con 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2026-03-25T18:19:39Z</dcterms:created>
  <dcterms:modified xsi:type="dcterms:W3CDTF">2026-03-25T18:19:39Z</dcterms:modified>
</cp:coreProperties>
</file>