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Hasta ahora, si querías una calculadora de CAC/LTV personalizada para tu negocio, tenías dos opciones: pedírsela a un desarrollador y esperar dos semanas, o conformarte con una hoja de cálculo que no hace lo que necesitas. Claude Code es la tercera opción.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no es programar. No necesitas saber qué es Python ni qué es JavaScript. Es describir lo que quieres en español y Claude construye la herramienta. Sin terminal. Sin GitHub. Sin "espera, déjame revisar con el dev".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mayoría de la gente confunde Claude Code con dos cosas que no es. No es un editor de código donde tienes que escribir funciones y variables. No es para desarrolladores que quieren que Claude les ayude a codificar más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Piensa en cuántas herramientas necesitas que no existen exactamente como las necesitas: calculadora de payback, tracker de cohortes, generador de copies con tu brief exacto, calculador de mix de canales con tus CPAs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grandes usos de Claude Code para Growth: si no requieres un backend complejo, Claude Code lo construye en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loop tarda entre 5 y 15 minutos para la mayoría de herramientas de Growth simples. Para herramientas más complejas, puede tardar 30 minutos — pero son herramientas que antes tomaban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dos comandos: npm install -g @anthropic-ai/claude-code y claude. Eso es todo lo técnico que necesitas saber. A partir de ahora: abres Terminal, navegas a Growth Tools y escribes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entregable de esta clase tienes las 10 instrucciones completas con prompts listos para copiar. Cada una produce un archivo HTML funcional que puedes compartir con tu equipo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hago ahora es exactamente lo que harás tú. Le estoy describiendo a Claude Code qué quiero: una calculadora de CAC/LTV con mis supuestos específicos. No estoy escribiendo código. Estoy describiendo un problema de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 tarea antes de la próxima clase: instala Claude Code, ejecuta al menos una de las 10 instrucciones de Growth del entregable y trae el resultado. No importa si el primer resultado no es perfecto. El punto es completar el loop: describir, ver el output, iterar. Una vez que haces ese loop una vez, ya no tienes miedo de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— CLAUDE CODE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sin miedo: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primer output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10 minutos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2926080" cy="10972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· Clase 07 · 14 minutos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562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para Growth · Módulo 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Tú describes. Claude construye. Tú usas.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07 · Módulo 03 — La tercera opción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Code: lo que cambia para Growth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48640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88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 Lo que NO es Claude 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548640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editor donde tienes que escribir código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herramienta para desarrolladores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requiere configuración técnica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que exige conocimiento de programación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sustituto de ingenieros de software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143000"/>
            <a:ext cx="5486400" cy="5486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188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Lo que SÍ es para un Chief of Growth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486400" cy="4754880"/>
          </a:xfrm>
          <a:prstGeom prst="rect">
            <a:avLst/>
          </a:prstGeom>
          <a:solidFill>
            <a:srgbClr val="FFF8F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288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interfaz donde describes lo que quieres en lenguaje natural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escribe el código, lo ejecuta y te entrega el resultado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fábrica de herramientas de Growth personalizadas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a "no existe exactamente lo que necesito"</a:t>
            </a:r>
            <a:endParaRPr lang="en-US" sz="1400" dirty="0"/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herramientas en minutos, no en días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costo real de no tener las herramientas correctas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9418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semanas de espera por cada herramienta personalizada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0" y="5074920"/>
            <a:ext cx="8503920" cy="1280160"/>
          </a:xfrm>
          <a:prstGeom prst="rect">
            <a:avLst/>
          </a:prstGeom>
          <a:solidFill>
            <a:srgbClr val="EEFF89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516636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 espera cuando el dev lo hace. Con Claude Code: 10 minutos. Las herramientas que más necesitas son siempre demasiado específicas para existir en el mercado.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3 casos de uso de Growth sin código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3840480" cy="59436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7043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Generadores de Reportes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" y="1783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28600" y="2514600"/>
            <a:ext cx="3840480" cy="4114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5176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CAC/LTV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KPIs semanal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por canal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cohortes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0248" y="1143000"/>
            <a:ext cx="3840480" cy="5943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17043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Scripts de Análisis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70248" y="1783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🔬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270248" y="2514600"/>
            <a:ext cx="3840480" cy="4114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265176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de experimentos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de retención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de canales óptimo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pricing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02752" y="1143000"/>
            <a:ext cx="3840480" cy="594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117043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Automatizaciones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2752" y="17830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8302752" y="2514600"/>
            <a:ext cx="3840480" cy="411480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9912" y="265176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semanal auto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anomalías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copies</a:t>
            </a:r>
            <a:endParaRPr lang="en-US" sz="13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Planificador de emails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loop de trabajo con Claude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07592"/>
            <a:ext cx="658368" cy="658368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07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1289304"/>
            <a:ext cx="106984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3258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DESCRIBES: el problema en lenguaje natural, con contexto de negocio — qué inputs tiene, qué calcula, cómo quieres ver el resultado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658368" cy="658368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2402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97280" y="2221992"/>
            <a:ext cx="1069848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25856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CONSTRUYE: escribe el código, lo ejecuta y te entrega el resultado en tiempo real — tú no ves el código si no quieres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172968"/>
            <a:ext cx="658368" cy="658368"/>
          </a:xfrm>
          <a:prstGeom prst="ellipse">
            <a:avLst/>
          </a:prstGeom>
          <a:solidFill>
            <a:srgbClr val="CC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1729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97280" y="3154680"/>
            <a:ext cx="106984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191256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REVISAS: si el resultado es lo que pediste, lo usas — si no, describes qué está mal en lenguaje natural y Claude corrige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105656"/>
            <a:ext cx="658368" cy="658368"/>
          </a:xfrm>
          <a:prstGeom prst="ellipse">
            <a:avLst/>
          </a:prstGeom>
          <a:solidFill>
            <a:srgbClr val="228B22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1056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97280" y="4087368"/>
            <a:ext cx="1069848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412394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ITERAS (si necesario): el loop se repite hasta que el output es exactamente lo que necesitabas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5038344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503834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97280" y="5020056"/>
            <a:ext cx="106984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50566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USAS: compartes con tu equipo, abres en el navegador, o publicas con un comando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Instala Claude Code en 5 pasos (menos de 8 minutos)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07592"/>
            <a:ext cx="658368" cy="658368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075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1289304"/>
            <a:ext cx="106984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3258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Verifica Node.js: abre Terminal, escribe node --version. Si ves un número → ya lo tienes. Si ves un error → ve a nodejs.org y descarga la versión LTS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658368" cy="658368"/>
          </a:xfrm>
          <a:prstGeom prst="ellipse">
            <a:avLst/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2402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97280" y="2221992"/>
            <a:ext cx="1069848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25856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Instala Claude Code: pega en Terminal: npm install -g @anthropic-ai/claude-code → presiona Enter → espera 30 seg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172968"/>
            <a:ext cx="658368" cy="658368"/>
          </a:xfrm>
          <a:prstGeom prst="ellipse">
            <a:avLst/>
          </a:prstGeom>
          <a:solidFill>
            <a:srgbClr val="CC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31729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97280" y="3154680"/>
            <a:ext cx="106984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191256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— Crea tu carpeta de trabajo: en Finder/Explorer crea una carpeta llamada "Growth Tools" → abre Terminal en esa carpeta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105656"/>
            <a:ext cx="658368" cy="658368"/>
          </a:xfrm>
          <a:prstGeom prst="ellipse">
            <a:avLst/>
          </a:prstGeom>
          <a:solidFill>
            <a:srgbClr val="228B22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1056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97280" y="4087368"/>
            <a:ext cx="1069848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412394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— Autentícate: escribe claude → abre el link que aparece → inicia sesión con tu cuenta de claude.ai → autoriza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5038344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503834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97280" y="5020056"/>
            <a:ext cx="106984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50566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— Verifica: con Claude Code activo, escribe "Crea un archivo test.txt" → si lo crea, todo funciona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Instrucciones de Growth listas para ejecutar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Copia, pega en Claude Code, presiona Enter: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09728" cy="585216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828800"/>
            <a:ext cx="11430000" cy="804672"/>
          </a:xfrm>
          <a:prstGeom prst="rect">
            <a:avLst/>
          </a:prstGeom>
          <a:solidFill>
            <a:srgbClr val="EEFF8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0"/>
            <a:ext cx="164592" cy="80467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019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Calculadora de CAC/LTV con ratio LTV:CAC y payback period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11430000" cy="804672"/>
          </a:xfrm>
          <a:prstGeom prst="rect">
            <a:avLst/>
          </a:prstGeom>
          <a:solidFill>
            <a:srgbClr val="FFF0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743200"/>
            <a:ext cx="164592" cy="80467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163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Generador de copy para campañas en formato tabla (5 variaciones)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" y="3657600"/>
            <a:ext cx="11430000" cy="804672"/>
          </a:xfrm>
          <a:prstGeom prst="rect">
            <a:avLst/>
          </a:prstGeom>
          <a:solidFill>
            <a:srgbClr val="E8FF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657600"/>
            <a:ext cx="164592" cy="80467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7307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Tracker de experimentos de Growth con localStorage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0"/>
            <a:ext cx="11430000" cy="804672"/>
          </a:xfrm>
          <a:prstGeom prst="rect">
            <a:avLst/>
          </a:prstGeom>
          <a:solidFill>
            <a:srgbClr val="E8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4572000"/>
            <a:ext cx="164592" cy="80467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6451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Calculadora de mix de canales y presupuesto óptimo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" y="5486400"/>
            <a:ext cx="11430000" cy="804672"/>
          </a:xfrm>
          <a:prstGeom prst="rect">
            <a:avLst/>
          </a:prstGeom>
          <a:solidFill>
            <a:srgbClr val="FFE8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5486400"/>
            <a:ext cx="164592" cy="80467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5559552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Analizador de cohortes de retención con código de color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2286000" cy="5029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🔴 EN VIVO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1430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en vivo: Calculadora de CAC/LTV en 10 minutos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EF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cero a calculadora funcional — sin tocar una línea de código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108960"/>
            <a:ext cx="11430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108960"/>
            <a:ext cx="594360" cy="71323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108960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3154680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Terminal → navegar a carpeta Growth Tools → escribir claude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913632"/>
            <a:ext cx="11430000" cy="713232"/>
          </a:xfrm>
          <a:prstGeom prst="rect">
            <a:avLst/>
          </a:prstGeom>
          <a:solidFill>
            <a:srgbClr val="222222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913632"/>
            <a:ext cx="594360" cy="71323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913632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959352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la calculadora: inputs de CAC, LTV, margen, churn → outputs calculados automáticamente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718304"/>
            <a:ext cx="11430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718304"/>
            <a:ext cx="594360" cy="71323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718304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764024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 el HTML en tiempo real → revisar el resultado en el navegador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5522976"/>
            <a:ext cx="11430000" cy="713232"/>
          </a:xfrm>
          <a:prstGeom prst="rect">
            <a:avLst/>
          </a:prstGeom>
          <a:solidFill>
            <a:srgbClr val="222222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5522976"/>
            <a:ext cx="594360" cy="71323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5522976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5568696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no está bien → describir en lenguaje natural → Claude corrige al instante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6327648"/>
            <a:ext cx="1143000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6327648"/>
            <a:ext cx="594360" cy="71323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327648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6373368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cac-ltv-calculator.html — lista para compartir con el equipo hoy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ENTREGABLE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primer script de Growth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 Claude Code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64240" cy="2286000"/>
          </a:xfrm>
          <a:prstGeom prst="rect">
            <a:avLst/>
          </a:prstGeom>
          <a:solidFill>
            <a:srgbClr val="EEFF89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15468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Guía de instalación de 5 pasos (con screenshots)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 instrucciones de Growth listas para copiar y ejecutar en Claude Code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Troubleshooting de los problemas más comunes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Checklist de verificación: tu loop completo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TAREA: instala Claude Code, ejecuta al menos 1 instrucción del entregable y trae el resultado a la próxima clase.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65562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08: Landing page de experimento en vivo — de idea a URL en 20 minutos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2026-03-25T18:19:39Z</dcterms:created>
  <dcterms:modified xsi:type="dcterms:W3CDTF">2026-03-25T18:19:39Z</dcterms:modified>
</cp:coreProperties>
</file>